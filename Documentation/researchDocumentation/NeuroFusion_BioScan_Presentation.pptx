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NeuroFusion BioScan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Multimodal Medical Imaging System</a:t>
            </a:r>
          </a:p>
          <a:p>
            <a:r>
              <a:t>P. Aishwarya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Medical imaging aids diagnosis</a:t>
            </a:r>
          </a:p>
          <a:p>
            <a:pPr>
              <a:defRPr sz="2200"/>
            </a:pPr>
            <a:r>
              <a:t>• Combines MRI, Ultrasound, Photoacoustic concepts</a:t>
            </a:r>
          </a:p>
          <a:p>
            <a:pPr>
              <a:defRPr sz="2200"/>
            </a:pPr>
            <a:r>
              <a:t>• AI improves image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Single modality limitations</a:t>
            </a:r>
          </a:p>
          <a:p>
            <a:pPr>
              <a:defRPr sz="2200"/>
            </a:pPr>
            <a:r>
              <a:t>• Need better visualization</a:t>
            </a:r>
          </a:p>
          <a:p>
            <a:pPr>
              <a:defRPr sz="2200"/>
            </a:pPr>
            <a:r>
              <a:t>• AI-assisted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Design conceptual imaging system</a:t>
            </a:r>
          </a:p>
          <a:p>
            <a:pPr>
              <a:defRPr sz="2200"/>
            </a:pPr>
            <a:r>
              <a:t>• Develop CAD prototype</a:t>
            </a:r>
          </a:p>
          <a:p>
            <a:pPr>
              <a:defRPr sz="2200"/>
            </a:pPr>
            <a:r>
              <a:t>• AI image processing</a:t>
            </a:r>
          </a:p>
          <a:p>
            <a:pPr>
              <a:defRPr sz="2200"/>
            </a:pPr>
            <a:r>
              <a:t>• GUI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Image Acquisition → Preprocessing → Enhancement → AI Analysis → Detection →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Raspberry Pi 5</a:t>
            </a:r>
          </a:p>
          <a:p>
            <a:pPr>
              <a:defRPr sz="2200"/>
            </a:pPr>
            <a:r>
              <a:t>• ESP32</a:t>
            </a:r>
          </a:p>
          <a:p>
            <a:pPr>
              <a:defRPr sz="2200"/>
            </a:pPr>
            <a:r>
              <a:t>• Camera</a:t>
            </a:r>
          </a:p>
          <a:p>
            <a:pPr>
              <a:defRPr sz="2200"/>
            </a:pPr>
            <a:r>
              <a:t>• LCD</a:t>
            </a:r>
          </a:p>
          <a:p>
            <a:pPr>
              <a:defRPr sz="2200"/>
            </a:pPr>
            <a:r>
              <a:t>• Sensors</a:t>
            </a:r>
          </a:p>
          <a:p>
            <a:pPr>
              <a:defRPr sz="2200"/>
            </a:pPr>
            <a:r>
              <a:t>• Power Supply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Python</a:t>
            </a:r>
          </a:p>
          <a:p>
            <a:pPr>
              <a:defRPr sz="2200"/>
            </a:pPr>
            <a:r>
              <a:t>• OpenCV</a:t>
            </a:r>
          </a:p>
          <a:p>
            <a:pPr>
              <a:defRPr sz="2200"/>
            </a:pPr>
            <a:r>
              <a:t>• Tkinter</a:t>
            </a:r>
          </a:p>
          <a:p>
            <a:pPr>
              <a:defRPr sz="2200"/>
            </a:pPr>
            <a:r>
              <a:t>• Fusion 360</a:t>
            </a:r>
          </a:p>
          <a:p>
            <a:pPr>
              <a:defRPr sz="2200"/>
            </a:pPr>
            <a:r>
              <a:t>•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Noise Removal</a:t>
            </a:r>
          </a:p>
          <a:p>
            <a:pPr>
              <a:defRPr sz="2200"/>
            </a:pPr>
            <a:r>
              <a:t>• CLAHE</a:t>
            </a:r>
          </a:p>
          <a:p>
            <a:pPr>
              <a:defRPr sz="2200"/>
            </a:pPr>
            <a:r>
              <a:t>• Edge Detection</a:t>
            </a:r>
          </a:p>
          <a:p>
            <a:pPr>
              <a:defRPr sz="2200"/>
            </a:pPr>
            <a:r>
              <a:t>• Segmentation</a:t>
            </a:r>
          </a:p>
          <a:p>
            <a:pPr>
              <a:defRPr sz="2200"/>
            </a:pPr>
            <a:r>
              <a:t>• Region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Concept prototype</a:t>
            </a:r>
          </a:p>
          <a:p>
            <a:pPr>
              <a:defRPr sz="2200"/>
            </a:pPr>
            <a:r>
              <a:t>• Expand with Deep Learning, DICOM, Cloud, 3D Reconstruction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NeuroFusion BioScan demonstrates a conceptual AI-assisted multimodal imaging platform for biomedical engineering education and future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